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Analytics: Workforce &amp; Attrition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Week 6 Final Data Analytics Project</a:t>
            </a:r>
          </a:p>
          <a:p>
            <a:pPr>
              <a:defRPr sz="2100"/>
            </a:pPr>
            <a:r>
              <a:t>Name: [Your Name] | College: [Your College]</a:t>
            </a:r>
          </a:p>
          <a:p>
            <a:pPr>
              <a:defRPr sz="2100"/>
            </a:pPr>
            <a:r>
              <a:t>Educational demonstration using a synthetic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Explore workforce composition and attrition patterns</a:t>
            </a:r>
          </a:p>
          <a:p>
            <a:pPr>
              <a:defRPr sz="2100"/>
            </a:pPr>
            <a:r>
              <a:t>Assess differences by department, overtime, satisfaction, tenure, and income</a:t>
            </a:r>
          </a:p>
          <a:p>
            <a:pPr>
              <a:defRPr sz="2100"/>
            </a:pPr>
            <a:r>
              <a:t>Prepare cleaned data for a Power BI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502 raw rows; 500 records after duplicate removal</a:t>
            </a:r>
          </a:p>
          <a:p>
            <a:pPr>
              <a:defRPr sz="1700"/>
            </a:pPr>
            <a:r>
              <a:t>13 original columns covering demographics, role, income, satisfaction, tenure, and attrition</a:t>
            </a:r>
          </a:p>
          <a:p>
            <a:pPr>
              <a:defRPr sz="2100"/>
            </a:pPr>
            <a:r>
              <a:t>Python, Pandas, NumPy, Matplotlib, Seaborn, Jupyter, Power BI, Git/GitHub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Inspect columns, types, missing values, and duplicates</a:t>
            </a:r>
          </a:p>
          <a:p>
            <a:pPr>
              <a:defRPr sz="2100"/>
            </a:pPr>
            <a:r>
              <a:t>Remove exact duplicate rows</a:t>
            </a:r>
          </a:p>
          <a:p>
            <a:pPr>
              <a:defRPr sz="2100"/>
            </a:pPr>
            <a:r>
              <a:t>Median-impute missing monthly income and job satisfaction</a:t>
            </a:r>
          </a:p>
          <a:p>
            <a:pPr>
              <a:defRPr sz="2100"/>
            </a:pPr>
            <a:r>
              <a:t>Create AttritionFlag and OverTimeFlag; export cleaned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Employees: 500</a:t>
            </a:r>
          </a:p>
          <a:p>
            <a:pPr>
              <a:defRPr sz="2100"/>
            </a:pPr>
            <a:r>
              <a:t>Attrition rate: 13.60%</a:t>
            </a:r>
          </a:p>
          <a:p>
            <a:pPr>
              <a:defRPr sz="2100"/>
            </a:pPr>
            <a:r>
              <a:t>Average monthly income: 5,923</a:t>
            </a:r>
          </a:p>
          <a:p>
            <a:pPr>
              <a:defRPr sz="2100"/>
            </a:pPr>
            <a:r>
              <a:t>Average tenure: 4.05 years</a:t>
            </a:r>
          </a:p>
          <a:p>
            <a:pPr>
              <a:defRPr sz="2100"/>
            </a:pPr>
            <a:r>
              <a:t>Check correlations and IQR-based income 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Findings to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Attrition rate by department</a:t>
            </a:r>
          </a:p>
          <a:p>
            <a:pPr>
              <a:defRPr sz="2100"/>
            </a:pPr>
            <a:r>
              <a:t>Attrition by overtime</a:t>
            </a:r>
          </a:p>
          <a:p>
            <a:pPr>
              <a:defRPr sz="2100"/>
            </a:pPr>
            <a:r>
              <a:t>Average income by department</a:t>
            </a:r>
          </a:p>
          <a:p>
            <a:pPr>
              <a:defRPr sz="2100"/>
            </a:pPr>
            <a:r>
              <a:t>Job satisfaction distribution</a:t>
            </a:r>
          </a:p>
          <a:p>
            <a:pPr>
              <a:defRPr sz="2100"/>
            </a:pPr>
            <a:r>
              <a:t>Average tenure by attrition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KPI cards: Total Employees, Employees Left, Attrition Rate, Average Monthly Income</a:t>
            </a:r>
          </a:p>
          <a:p>
            <a:pPr>
              <a:defRPr sz="2100"/>
            </a:pPr>
            <a:r>
              <a:t>Charts: department, overtime, income, attrition split, satisfaction, tenure/income</a:t>
            </a:r>
          </a:p>
          <a:p>
            <a:pPr>
              <a:defRPr sz="2100"/>
            </a:pPr>
            <a:r>
              <a:t>Slicers: Department, Gender, JobRole, OverTime, BusinessTravel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Use notebook subgroup summaries to identify high-attrition groups</a:t>
            </a:r>
          </a:p>
          <a:p>
            <a:pPr>
              <a:defRPr sz="2100"/>
            </a:pPr>
            <a:r>
              <a:t>Investigate overtime and satisfaction as possible risk indicators</a:t>
            </a:r>
          </a:p>
          <a:p>
            <a:pPr>
              <a:defRPr sz="2100"/>
            </a:pPr>
            <a:r>
              <a:t>Review workload and career paths in departments with elevated attrition</a:t>
            </a:r>
          </a:p>
          <a:p>
            <a:pPr>
              <a:defRPr sz="2100"/>
            </a:pPr>
            <a:r>
              <a:t>Improve onboarding and monitor employee satisfaction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Workflow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Commit 1: project overview and dataset</a:t>
            </a:r>
          </a:p>
          <a:p>
            <a:pPr>
              <a:defRPr sz="2100"/>
            </a:pPr>
            <a:r>
              <a:t>Commit 2: cleaning and EDA code</a:t>
            </a:r>
          </a:p>
          <a:p>
            <a:pPr>
              <a:defRPr sz="2100"/>
            </a:pPr>
            <a:r>
              <a:t>Commit 3: charts, dashboard guide, report, and presentation</a:t>
            </a:r>
          </a:p>
          <a:p>
            <a:pPr>
              <a:defRPr sz="2100"/>
            </a:pPr>
            <a:r>
              <a:t>Push repository and include the actual Power BI .pbix file</a:t>
            </a:r>
          </a:p>
          <a:p>
            <a:pPr>
              <a:defRPr sz="2100"/>
            </a:pPr>
            <a:r>
              <a:t>All findings are illustrative because the dataset is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